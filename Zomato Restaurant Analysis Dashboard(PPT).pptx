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CC1B17-DEF3-4AEF-BEC0-7389CCEA8878}" v="114" dt="2026-01-09T13:22:47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333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esh v" userId="1477f94d9b72b001" providerId="LiveId" clId="{4BB82C9F-A807-4949-A220-F29D39CC607B}"/>
    <pc:docChg chg="undo custSel addSld delSld modSld sldOrd modMainMaster">
      <pc:chgData name="veeresh v" userId="1477f94d9b72b001" providerId="LiveId" clId="{4BB82C9F-A807-4949-A220-F29D39CC607B}" dt="2026-01-09T14:11:27.477" v="240" actId="680"/>
      <pc:docMkLst>
        <pc:docMk/>
      </pc:docMkLst>
      <pc:sldChg chg="addSp modSp mod setBg">
        <pc:chgData name="veeresh v" userId="1477f94d9b72b001" providerId="LiveId" clId="{4BB82C9F-A807-4949-A220-F29D39CC607B}" dt="2026-01-09T13:48:14.492" v="236" actId="14100"/>
        <pc:sldMkLst>
          <pc:docMk/>
          <pc:sldMk cId="1177855913" sldId="256"/>
        </pc:sldMkLst>
        <pc:spChg chg="mod">
          <ac:chgData name="veeresh v" userId="1477f94d9b72b001" providerId="LiveId" clId="{4BB82C9F-A807-4949-A220-F29D39CC607B}" dt="2026-01-09T13:47:36.809" v="231" actId="14100"/>
          <ac:spMkLst>
            <pc:docMk/>
            <pc:sldMk cId="1177855913" sldId="256"/>
            <ac:spMk id="2" creationId="{FAAF082D-0763-50AA-FB74-D4AEA84E22DF}"/>
          </ac:spMkLst>
        </pc:spChg>
        <pc:spChg chg="mod">
          <ac:chgData name="veeresh v" userId="1477f94d9b72b001" providerId="LiveId" clId="{4BB82C9F-A807-4949-A220-F29D39CC607B}" dt="2026-01-09T13:48:14.492" v="236" actId="14100"/>
          <ac:spMkLst>
            <pc:docMk/>
            <pc:sldMk cId="1177855913" sldId="256"/>
            <ac:spMk id="3" creationId="{37B88344-D14F-B2BD-C66E-BB1A84770124}"/>
          </ac:spMkLst>
        </pc:spChg>
        <pc:picChg chg="add mod">
          <ac:chgData name="veeresh v" userId="1477f94d9b72b001" providerId="LiveId" clId="{4BB82C9F-A807-4949-A220-F29D39CC607B}" dt="2026-01-09T13:47:41.262" v="232" actId="1076"/>
          <ac:picMkLst>
            <pc:docMk/>
            <pc:sldMk cId="1177855913" sldId="256"/>
            <ac:picMk id="5" creationId="{50EB5FF0-DB5D-2C32-179A-8E70D75A39F4}"/>
          </ac:picMkLst>
        </pc:picChg>
      </pc:sldChg>
      <pc:sldChg chg="addSp delSp modSp mod">
        <pc:chgData name="veeresh v" userId="1477f94d9b72b001" providerId="LiveId" clId="{4BB82C9F-A807-4949-A220-F29D39CC607B}" dt="2026-01-09T13:42:09.252" v="196" actId="22"/>
        <pc:sldMkLst>
          <pc:docMk/>
          <pc:sldMk cId="577865254" sldId="259"/>
        </pc:sldMkLst>
        <pc:picChg chg="add del">
          <ac:chgData name="veeresh v" userId="1477f94d9b72b001" providerId="LiveId" clId="{4BB82C9F-A807-4949-A220-F29D39CC607B}" dt="2026-01-09T13:40:44.219" v="172" actId="22"/>
          <ac:picMkLst>
            <pc:docMk/>
            <pc:sldMk cId="577865254" sldId="259"/>
            <ac:picMk id="5" creationId="{949707F3-621F-E863-B226-545A9A0328E6}"/>
          </ac:picMkLst>
        </pc:picChg>
        <pc:picChg chg="add del mod">
          <ac:chgData name="veeresh v" userId="1477f94d9b72b001" providerId="LiveId" clId="{4BB82C9F-A807-4949-A220-F29D39CC607B}" dt="2026-01-09T13:42:09.252" v="196" actId="22"/>
          <ac:picMkLst>
            <pc:docMk/>
            <pc:sldMk cId="577865254" sldId="259"/>
            <ac:picMk id="7" creationId="{2D80C148-D347-DDDC-69C1-FF9C21C52C8E}"/>
          </ac:picMkLst>
        </pc:picChg>
      </pc:sldChg>
      <pc:sldChg chg="addSp modSp new mod">
        <pc:chgData name="veeresh v" userId="1477f94d9b72b001" providerId="LiveId" clId="{4BB82C9F-A807-4949-A220-F29D39CC607B}" dt="2026-01-09T13:27:54.622" v="146" actId="14100"/>
        <pc:sldMkLst>
          <pc:docMk/>
          <pc:sldMk cId="444661704" sldId="260"/>
        </pc:sldMkLst>
        <pc:spChg chg="mod">
          <ac:chgData name="veeresh v" userId="1477f94d9b72b001" providerId="LiveId" clId="{4BB82C9F-A807-4949-A220-F29D39CC607B}" dt="2026-01-09T13:14:38.212" v="5"/>
          <ac:spMkLst>
            <pc:docMk/>
            <pc:sldMk cId="444661704" sldId="260"/>
            <ac:spMk id="2" creationId="{B023F398-35DF-A563-18BC-0832940CD94A}"/>
          </ac:spMkLst>
        </pc:spChg>
        <pc:spChg chg="mod">
          <ac:chgData name="veeresh v" userId="1477f94d9b72b001" providerId="LiveId" clId="{4BB82C9F-A807-4949-A220-F29D39CC607B}" dt="2026-01-09T13:14:47.297" v="6"/>
          <ac:spMkLst>
            <pc:docMk/>
            <pc:sldMk cId="444661704" sldId="260"/>
            <ac:spMk id="3" creationId="{63F09544-9370-A2A6-141E-5C879CAF44A7}"/>
          </ac:spMkLst>
        </pc:spChg>
        <pc:picChg chg="add mod">
          <ac:chgData name="veeresh v" userId="1477f94d9b72b001" providerId="LiveId" clId="{4BB82C9F-A807-4949-A220-F29D39CC607B}" dt="2026-01-09T13:27:54.622" v="146" actId="14100"/>
          <ac:picMkLst>
            <pc:docMk/>
            <pc:sldMk cId="444661704" sldId="260"/>
            <ac:picMk id="5" creationId="{833334B9-58D7-9F2E-F575-E9FD62FAD524}"/>
          </ac:picMkLst>
        </pc:picChg>
      </pc:sldChg>
      <pc:sldChg chg="new del">
        <pc:chgData name="veeresh v" userId="1477f94d9b72b001" providerId="LiveId" clId="{4BB82C9F-A807-4949-A220-F29D39CC607B}" dt="2026-01-09T13:14:05.262" v="3" actId="680"/>
        <pc:sldMkLst>
          <pc:docMk/>
          <pc:sldMk cId="4140101719" sldId="260"/>
        </pc:sldMkLst>
      </pc:sldChg>
      <pc:sldChg chg="new del">
        <pc:chgData name="veeresh v" userId="1477f94d9b72b001" providerId="LiveId" clId="{4BB82C9F-A807-4949-A220-F29D39CC607B}" dt="2026-01-09T13:13:47.172" v="1" actId="680"/>
        <pc:sldMkLst>
          <pc:docMk/>
          <pc:sldMk cId="4143289052" sldId="260"/>
        </pc:sldMkLst>
      </pc:sldChg>
      <pc:sldChg chg="addSp modSp new mod">
        <pc:chgData name="veeresh v" userId="1477f94d9b72b001" providerId="LiveId" clId="{4BB82C9F-A807-4949-A220-F29D39CC607B}" dt="2026-01-09T13:29:26.717" v="153" actId="14100"/>
        <pc:sldMkLst>
          <pc:docMk/>
          <pc:sldMk cId="91939510" sldId="261"/>
        </pc:sldMkLst>
        <pc:spChg chg="mod">
          <ac:chgData name="veeresh v" userId="1477f94d9b72b001" providerId="LiveId" clId="{4BB82C9F-A807-4949-A220-F29D39CC607B}" dt="2026-01-09T13:15:31.092" v="12"/>
          <ac:spMkLst>
            <pc:docMk/>
            <pc:sldMk cId="91939510" sldId="261"/>
            <ac:spMk id="2" creationId="{C3B6469C-B6B8-D64D-2756-85D3B98B6E38}"/>
          </ac:spMkLst>
        </pc:spChg>
        <pc:spChg chg="mod">
          <ac:chgData name="veeresh v" userId="1477f94d9b72b001" providerId="LiveId" clId="{4BB82C9F-A807-4949-A220-F29D39CC607B}" dt="2026-01-09T13:15:38.560" v="13"/>
          <ac:spMkLst>
            <pc:docMk/>
            <pc:sldMk cId="91939510" sldId="261"/>
            <ac:spMk id="3" creationId="{7BF94BCC-E39B-DE9D-3ECE-7109C7BCE4AE}"/>
          </ac:spMkLst>
        </pc:spChg>
        <pc:picChg chg="add mod">
          <ac:chgData name="veeresh v" userId="1477f94d9b72b001" providerId="LiveId" clId="{4BB82C9F-A807-4949-A220-F29D39CC607B}" dt="2026-01-09T13:29:26.717" v="153" actId="14100"/>
          <ac:picMkLst>
            <pc:docMk/>
            <pc:sldMk cId="91939510" sldId="261"/>
            <ac:picMk id="5" creationId="{ED9820A5-A179-E604-175D-20AFD3700C92}"/>
          </ac:picMkLst>
        </pc:picChg>
      </pc:sldChg>
      <pc:sldChg chg="addSp modSp new mod">
        <pc:chgData name="veeresh v" userId="1477f94d9b72b001" providerId="LiveId" clId="{4BB82C9F-A807-4949-A220-F29D39CC607B}" dt="2026-01-09T13:31:53.112" v="161" actId="14100"/>
        <pc:sldMkLst>
          <pc:docMk/>
          <pc:sldMk cId="2126537545" sldId="262"/>
        </pc:sldMkLst>
        <pc:spChg chg="mod">
          <ac:chgData name="veeresh v" userId="1477f94d9b72b001" providerId="LiveId" clId="{4BB82C9F-A807-4949-A220-F29D39CC607B}" dt="2026-01-09T13:16:06.262" v="15"/>
          <ac:spMkLst>
            <pc:docMk/>
            <pc:sldMk cId="2126537545" sldId="262"/>
            <ac:spMk id="2" creationId="{ED391842-CF8B-CB24-E617-ADF27A15BB74}"/>
          </ac:spMkLst>
        </pc:spChg>
        <pc:spChg chg="mod">
          <ac:chgData name="veeresh v" userId="1477f94d9b72b001" providerId="LiveId" clId="{4BB82C9F-A807-4949-A220-F29D39CC607B}" dt="2026-01-09T13:16:14.200" v="16"/>
          <ac:spMkLst>
            <pc:docMk/>
            <pc:sldMk cId="2126537545" sldId="262"/>
            <ac:spMk id="3" creationId="{401D7B50-3DA7-B20A-9D09-3BB4A38C9BD9}"/>
          </ac:spMkLst>
        </pc:spChg>
        <pc:picChg chg="add mod">
          <ac:chgData name="veeresh v" userId="1477f94d9b72b001" providerId="LiveId" clId="{4BB82C9F-A807-4949-A220-F29D39CC607B}" dt="2026-01-09T13:31:53.112" v="161" actId="14100"/>
          <ac:picMkLst>
            <pc:docMk/>
            <pc:sldMk cId="2126537545" sldId="262"/>
            <ac:picMk id="5" creationId="{BC660236-4EA3-0BB0-7E9F-50DF60F572FB}"/>
          </ac:picMkLst>
        </pc:picChg>
      </pc:sldChg>
      <pc:sldChg chg="addSp modSp new mod">
        <pc:chgData name="veeresh v" userId="1477f94d9b72b001" providerId="LiveId" clId="{4BB82C9F-A807-4949-A220-F29D39CC607B}" dt="2026-01-09T13:33:18.592" v="165" actId="14100"/>
        <pc:sldMkLst>
          <pc:docMk/>
          <pc:sldMk cId="1803087888" sldId="263"/>
        </pc:sldMkLst>
        <pc:spChg chg="mod">
          <ac:chgData name="veeresh v" userId="1477f94d9b72b001" providerId="LiveId" clId="{4BB82C9F-A807-4949-A220-F29D39CC607B}" dt="2026-01-09T13:16:34.622" v="18"/>
          <ac:spMkLst>
            <pc:docMk/>
            <pc:sldMk cId="1803087888" sldId="263"/>
            <ac:spMk id="2" creationId="{FCCBB3BC-F28A-0112-0CDE-57B770A51197}"/>
          </ac:spMkLst>
        </pc:spChg>
        <pc:spChg chg="mod">
          <ac:chgData name="veeresh v" userId="1477f94d9b72b001" providerId="LiveId" clId="{4BB82C9F-A807-4949-A220-F29D39CC607B}" dt="2026-01-09T13:16:49.122" v="19"/>
          <ac:spMkLst>
            <pc:docMk/>
            <pc:sldMk cId="1803087888" sldId="263"/>
            <ac:spMk id="3" creationId="{3F37A72C-763F-828A-072E-44276BABD8AE}"/>
          </ac:spMkLst>
        </pc:spChg>
        <pc:picChg chg="add mod">
          <ac:chgData name="veeresh v" userId="1477f94d9b72b001" providerId="LiveId" clId="{4BB82C9F-A807-4949-A220-F29D39CC607B}" dt="2026-01-09T13:33:18.592" v="165" actId="14100"/>
          <ac:picMkLst>
            <pc:docMk/>
            <pc:sldMk cId="1803087888" sldId="263"/>
            <ac:picMk id="5" creationId="{BA9EF241-0E66-CC5F-4B97-0412DF6C0874}"/>
          </ac:picMkLst>
        </pc:picChg>
      </pc:sldChg>
      <pc:sldChg chg="addSp modSp new mod">
        <pc:chgData name="veeresh v" userId="1477f94d9b72b001" providerId="LiveId" clId="{4BB82C9F-A807-4949-A220-F29D39CC607B}" dt="2026-01-09T13:48:46.517" v="237" actId="1076"/>
        <pc:sldMkLst>
          <pc:docMk/>
          <pc:sldMk cId="124501719" sldId="264"/>
        </pc:sldMkLst>
        <pc:spChg chg="mod">
          <ac:chgData name="veeresh v" userId="1477f94d9b72b001" providerId="LiveId" clId="{4BB82C9F-A807-4949-A220-F29D39CC607B}" dt="2026-01-09T13:17:13.542" v="21"/>
          <ac:spMkLst>
            <pc:docMk/>
            <pc:sldMk cId="124501719" sldId="264"/>
            <ac:spMk id="2" creationId="{C47545AF-03E4-D8C3-3189-6FA09DDEEB44}"/>
          </ac:spMkLst>
        </pc:spChg>
        <pc:spChg chg="mod">
          <ac:chgData name="veeresh v" userId="1477f94d9b72b001" providerId="LiveId" clId="{4BB82C9F-A807-4949-A220-F29D39CC607B}" dt="2026-01-09T13:17:22.682" v="23" actId="20577"/>
          <ac:spMkLst>
            <pc:docMk/>
            <pc:sldMk cId="124501719" sldId="264"/>
            <ac:spMk id="3" creationId="{10170DFB-F9A7-6701-40E0-D527F959ECCF}"/>
          </ac:spMkLst>
        </pc:spChg>
        <pc:picChg chg="add mod">
          <ac:chgData name="veeresh v" userId="1477f94d9b72b001" providerId="LiveId" clId="{4BB82C9F-A807-4949-A220-F29D39CC607B}" dt="2026-01-09T13:48:46.517" v="237" actId="1076"/>
          <ac:picMkLst>
            <pc:docMk/>
            <pc:sldMk cId="124501719" sldId="264"/>
            <ac:picMk id="5" creationId="{C1BF5C87-7458-F749-24F1-B9691645920B}"/>
          </ac:picMkLst>
        </pc:picChg>
      </pc:sldChg>
      <pc:sldChg chg="modSp new mod">
        <pc:chgData name="veeresh v" userId="1477f94d9b72b001" providerId="LiveId" clId="{4BB82C9F-A807-4949-A220-F29D39CC607B}" dt="2026-01-09T13:18:07.092" v="30"/>
        <pc:sldMkLst>
          <pc:docMk/>
          <pc:sldMk cId="2331428496" sldId="265"/>
        </pc:sldMkLst>
        <pc:spChg chg="mod">
          <ac:chgData name="veeresh v" userId="1477f94d9b72b001" providerId="LiveId" clId="{4BB82C9F-A807-4949-A220-F29D39CC607B}" dt="2026-01-09T13:18:00.402" v="29"/>
          <ac:spMkLst>
            <pc:docMk/>
            <pc:sldMk cId="2331428496" sldId="265"/>
            <ac:spMk id="2" creationId="{7B9AC963-8C3D-452C-D9F4-783E550B8A40}"/>
          </ac:spMkLst>
        </pc:spChg>
        <pc:spChg chg="mod">
          <ac:chgData name="veeresh v" userId="1477f94d9b72b001" providerId="LiveId" clId="{4BB82C9F-A807-4949-A220-F29D39CC607B}" dt="2026-01-09T13:18:07.092" v="30"/>
          <ac:spMkLst>
            <pc:docMk/>
            <pc:sldMk cId="2331428496" sldId="265"/>
            <ac:spMk id="3" creationId="{E85DA3D6-431B-CD7B-B221-37E9EB2E9B03}"/>
          </ac:spMkLst>
        </pc:spChg>
      </pc:sldChg>
      <pc:sldChg chg="new del">
        <pc:chgData name="veeresh v" userId="1477f94d9b72b001" providerId="LiveId" clId="{4BB82C9F-A807-4949-A220-F29D39CC607B}" dt="2026-01-09T13:18:23.121" v="32" actId="680"/>
        <pc:sldMkLst>
          <pc:docMk/>
          <pc:sldMk cId="1778069885" sldId="266"/>
        </pc:sldMkLst>
      </pc:sldChg>
      <pc:sldChg chg="modSp new mod">
        <pc:chgData name="veeresh v" userId="1477f94d9b72b001" providerId="LiveId" clId="{4BB82C9F-A807-4949-A220-F29D39CC607B}" dt="2026-01-09T13:49:14.536" v="238" actId="255"/>
        <pc:sldMkLst>
          <pc:docMk/>
          <pc:sldMk cId="4076638498" sldId="266"/>
        </pc:sldMkLst>
        <pc:spChg chg="mod">
          <ac:chgData name="veeresh v" userId="1477f94d9b72b001" providerId="LiveId" clId="{4BB82C9F-A807-4949-A220-F29D39CC607B}" dt="2026-01-09T13:49:14.536" v="238" actId="255"/>
          <ac:spMkLst>
            <pc:docMk/>
            <pc:sldMk cId="4076638498" sldId="266"/>
            <ac:spMk id="2" creationId="{344325B8-4033-8DCA-331E-2958BAB16EE5}"/>
          </ac:spMkLst>
        </pc:spChg>
      </pc:sldChg>
      <pc:sldChg chg="addSp new mod ord">
        <pc:chgData name="veeresh v" userId="1477f94d9b72b001" providerId="LiveId" clId="{4BB82C9F-A807-4949-A220-F29D39CC607B}" dt="2026-01-09T13:42:45.131" v="200"/>
        <pc:sldMkLst>
          <pc:docMk/>
          <pc:sldMk cId="525302649" sldId="267"/>
        </pc:sldMkLst>
        <pc:picChg chg="add">
          <ac:chgData name="veeresh v" userId="1477f94d9b72b001" providerId="LiveId" clId="{4BB82C9F-A807-4949-A220-F29D39CC607B}" dt="2026-01-09T13:42:35.769" v="198" actId="22"/>
          <ac:picMkLst>
            <pc:docMk/>
            <pc:sldMk cId="525302649" sldId="267"/>
            <ac:picMk id="3" creationId="{A4EB1F80-65C3-E9DE-9AA5-16AD3FB5BA52}"/>
          </ac:picMkLst>
        </pc:picChg>
      </pc:sldChg>
      <pc:sldChg chg="new del">
        <pc:chgData name="veeresh v" userId="1477f94d9b72b001" providerId="LiveId" clId="{4BB82C9F-A807-4949-A220-F29D39CC607B}" dt="2026-01-09T14:11:27.477" v="240" actId="680"/>
        <pc:sldMkLst>
          <pc:docMk/>
          <pc:sldMk cId="4001600964" sldId="268"/>
        </pc:sldMkLst>
      </pc:sldChg>
      <pc:sldMasterChg chg="setBg modSldLayout">
        <pc:chgData name="veeresh v" userId="1477f94d9b72b001" providerId="LiveId" clId="{4BB82C9F-A807-4949-A220-F29D39CC607B}" dt="2026-01-09T13:22:47.642" v="141"/>
        <pc:sldMasterMkLst>
          <pc:docMk/>
          <pc:sldMasterMk cId="36941491" sldId="2147483648"/>
        </pc:sldMasterMkLst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2940627609" sldId="2147483649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2396826410" sldId="2147483650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765669945" sldId="2147483651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1938040711" sldId="2147483652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525871595" sldId="2147483653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948310561" sldId="2147483654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2877000957" sldId="2147483655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1976928905" sldId="2147483656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4243999787" sldId="2147483657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4177346872" sldId="2147483658"/>
          </pc:sldLayoutMkLst>
        </pc:sldLayoutChg>
        <pc:sldLayoutChg chg="setBg">
          <pc:chgData name="veeresh v" userId="1477f94d9b72b001" providerId="LiveId" clId="{4BB82C9F-A807-4949-A220-F29D39CC607B}" dt="2026-01-09T13:22:47.642" v="141"/>
          <pc:sldLayoutMkLst>
            <pc:docMk/>
            <pc:sldMasterMk cId="36941491" sldId="2147483648"/>
            <pc:sldLayoutMk cId="2006344203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0B106-0051-4ED7-329B-9A1914B9C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E2EB6-2090-95AD-5C44-19D743D1A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B5872-7C6E-450E-6288-64A52533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4016D-7009-F853-C75C-FA673D208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210A2-04DC-139D-E5E7-3523251F6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627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D559-E417-D5DC-C210-53BEA873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AB9B-315B-53B5-13BD-D9E6CF875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358A5-18B8-5ECE-5C26-A2CA31F3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82F1-3B47-3B70-C236-D338D3A1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9F623-C2F3-46D4-17ED-29692570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82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D5D8-F86F-5AEC-843B-8E451A3B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67900-F653-BE88-F26A-4683193A8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6A612-318D-8D71-DF71-DFB4E8FF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EB59B-E61E-62D0-0933-A07AC6007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055B-3C48-02F4-0AF8-CD17E9F7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69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7057-DF42-45BA-D4C0-6FA0D6F5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704B-5079-CE4B-1B00-23E39D988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0868D-3C03-05DD-C344-CFC1B768E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C7A64-18D3-C8EA-CE5B-F02E730B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3BDF1-1DE1-6D47-C77A-AA96651F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E8A18-9F9B-496B-71CB-2EBFAAFB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04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B9B64-E31B-C806-E23D-F78484AC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19F213-9099-A392-50FD-64C2B4674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B0895A-D23A-2131-4523-9FA3671F0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87C3F-0D42-4B3B-76A4-6041D1502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86D2AA-281B-1B33-B408-01FE6D188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76AFA-BF21-5828-B7DE-77106862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9D7AB-072B-A4A7-D732-E45391F6F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3052E3-35A0-CCAE-52A2-597E8365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871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4909F-DA3F-0E79-96A3-A97F0FB4A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EABD09-DB36-5226-F013-43F9D7C3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321DF-1AAB-134A-FADB-BF610464B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B3C3B-EA6E-D7BF-BF1B-07A12A66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31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3E65A-8596-BC9E-4713-4862A28D7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51F0F5-F644-FE93-452C-B8F66D52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82287-53FF-6651-F895-17651827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00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FB933-9784-76BE-BEB9-766CE1A2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8A3B-259E-5690-E034-388CD1E87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16EF4-F764-BFC3-A031-1FEE14268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9E2E1-34A7-426C-D32F-29A537450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EDEB5-220A-ED2B-6718-3347E470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E6AD3-364D-6ECA-43FA-07162EA4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92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41F3-FFAE-E809-7F84-097892F5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2C653-D416-2B63-7923-4500CD548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87DCF-AAE2-EFD1-98B8-2F30E4C86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2582D-9D28-9FCF-0481-40ADFBD1F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6A496-2823-977A-6A81-EC97EC69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2E120-7EC6-DF11-5FE8-AE6F96CE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999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751B-E5E9-8BE9-27EC-D3C33FD9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475F5-D92C-8788-538E-3014DBB27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AD74B-0787-D15C-D8C5-92F1907D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8035D-EC8B-E18C-C913-C07D0C52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02DC5-83B1-875E-6276-F21A59053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34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E416-26F6-A2EC-755A-E921A2FC33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18D65-32C8-54BA-DA97-7D45EE4D6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12CE8-194D-20DC-D723-C01499F4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49D96-D21A-C143-AD8D-DCBDEF8AA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96AB3-A749-35D4-E420-E237D8281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34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40">
          <a:fgClr>
            <a:srgbClr val="C00000"/>
          </a:fgClr>
          <a:bgClr>
            <a:srgbClr val="C0000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F4488-29E0-476B-BABF-A1A55E654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A9734-9486-0442-D6E7-BA41549A4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691EF-80B5-77E8-86ED-3BE3C6FBED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9FCA5-D9CC-4E65-B599-8898A5D25FD1}" type="datetimeFigureOut">
              <a:rPr lang="en-IN" smtClean="0"/>
              <a:t>09-01-2026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20442-9646-1F69-FF5B-C1915BB61F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F174C-DA80-44A6-8304-C0A7DCC37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80755-5D80-453D-B155-6BADAD362E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1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082D-0763-50AA-FB74-D4AEA84E2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05269"/>
            <a:ext cx="9144000" cy="2852531"/>
          </a:xfrm>
        </p:spPr>
        <p:txBody>
          <a:bodyPr>
            <a:normAutofit/>
          </a:bodyPr>
          <a:lstStyle/>
          <a:p>
            <a:r>
              <a:rPr lang="en-IN" dirty="0"/>
              <a:t>Zomato Restaurant Analysis Dashboard(Group-1)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88344-D14F-B2BD-C66E-BB1A84770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487" y="3602037"/>
            <a:ext cx="9939130" cy="259004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EB5FF0-DB5D-2C32-179A-8E70D75A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47" y="294400"/>
            <a:ext cx="10913165" cy="314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55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54A8-D44D-CBE8-0B4B-B1C7346D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CDE6-ED4C-8DF7-BBCB-05587C8EB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analyzes global Zomato restaurant data using Tableau.</a:t>
            </a:r>
          </a:p>
          <a:p>
            <a:r>
              <a:rPr lang="en-US" dirty="0"/>
              <a:t>The dashboard provides insights into restaurant distribution, pricing, and services.</a:t>
            </a:r>
          </a:p>
          <a:p>
            <a:r>
              <a:rPr lang="en-US" dirty="0"/>
              <a:t>It helps stakeholders understand trends and make data-driven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009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D4CE8-8327-93C6-0413-FAB31219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16DDF-2EB2-B47D-0210-AA8C5FF45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Zomato restaurant dataset (CSV).</a:t>
            </a:r>
          </a:p>
          <a:p>
            <a:r>
              <a:rPr lang="en-US" dirty="0"/>
              <a:t>Country code mapping dataset.</a:t>
            </a:r>
          </a:p>
          <a:p>
            <a:r>
              <a:rPr lang="en-US" dirty="0"/>
              <a:t>Key fields: Country, City, Restaurant ID, Opening Date, Cost for Two, Ratings.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871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39778-C99F-B87F-0BD2-983CD158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KPIs </a:t>
            </a:r>
            <a:r>
              <a:rPr lang="en-IN" dirty="0" err="1"/>
              <a:t>Analyzed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FB34-F7A5-8175-EE97-FC697F531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number of restaurants.</a:t>
            </a:r>
          </a:p>
          <a:p>
            <a:r>
              <a:rPr lang="en-US" dirty="0"/>
              <a:t>Restaurants by country and city.</a:t>
            </a:r>
          </a:p>
          <a:p>
            <a:r>
              <a:rPr lang="en-US" dirty="0"/>
              <a:t>Restaurants opened over time.</a:t>
            </a:r>
          </a:p>
          <a:p>
            <a:r>
              <a:rPr lang="en-US" dirty="0"/>
              <a:t>Average cost for two distribution.</a:t>
            </a:r>
          </a:p>
          <a:p>
            <a:r>
              <a:rPr lang="en-US" dirty="0"/>
              <a:t>Online delivery and table booking availability.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786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F398-35DF-A563-18BC-0832940CD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Restaurants by Country &amp;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9544-9370-A2A6-141E-5C879CAF4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 visualization shows restaurant distribution across countries.</a:t>
            </a:r>
          </a:p>
          <a:p>
            <a:r>
              <a:rPr lang="en-US" dirty="0"/>
              <a:t>Bar chart highlights top cities with maximum restaurants.</a:t>
            </a:r>
          </a:p>
          <a:p>
            <a:r>
              <a:rPr lang="en-US" dirty="0"/>
              <a:t>India has the highest number of listed restaurants.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334B9-58D7-9F2E-F575-E9FD62FAD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665" y="3411309"/>
            <a:ext cx="8180438" cy="308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66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469C-B6B8-D64D-2756-85D3B98B6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Restaurants Opened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94BCC-E39B-DE9D-3ECE-7109C7BCE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Time-series analysis based on Year, Quarter, and Month.</a:t>
            </a:r>
          </a:p>
          <a:p>
            <a:r>
              <a:rPr lang="en-US" dirty="0"/>
              <a:t>Helps identify growth trends in restaurant openings.</a:t>
            </a:r>
          </a:p>
          <a:p>
            <a:r>
              <a:rPr lang="en-US" dirty="0"/>
              <a:t>Seasonal and yearly patterns are clearly visible.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820A5-A179-E604-175D-20AFD370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20" y="3519948"/>
            <a:ext cx="9252154" cy="297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91842-CF8B-CB24-E617-ADF27A15B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Cost for Two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D7B50-3DA7-B20A-9D09-3BB4A38C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 shows distribution of restaurant pricing.</a:t>
            </a:r>
          </a:p>
          <a:p>
            <a:r>
              <a:rPr lang="en-US" dirty="0"/>
              <a:t>Majority of restaurants fall into lower to mid price range.</a:t>
            </a:r>
          </a:p>
          <a:p>
            <a:r>
              <a:rPr lang="en-US" dirty="0"/>
              <a:t>Useful for understanding customer affordability.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60236-4EA3-0BB0-7E9F-50DF60F5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49" y="3323303"/>
            <a:ext cx="7802216" cy="337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37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BB3BC-F28A-0112-0CDE-57B770A51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 Availability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7A72C-763F-828A-072E-44276BABD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Pie charts show percentage of restaurants offering online delivery.</a:t>
            </a:r>
          </a:p>
          <a:p>
            <a:r>
              <a:rPr lang="en-US" dirty="0"/>
              <a:t>Table booking availability is comparatively lower.</a:t>
            </a:r>
          </a:p>
          <a:p>
            <a:r>
              <a:rPr lang="en-US" dirty="0"/>
              <a:t>Helps identify service gaps and opportunities.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9EF241-0E66-CC5F-4B97-0412DF6C0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3291871"/>
            <a:ext cx="8319052" cy="31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8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45AF-03E4-D8C3-3189-6FA09DDEE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Cuisines by Restaurant 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0DFB-F9A7-6701-40E0-D527F959E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 displays top 10 cuisines.</a:t>
            </a:r>
          </a:p>
          <a:p>
            <a:r>
              <a:rPr lang="en-US" dirty="0"/>
              <a:t>North Indian and Chinese cuisines dominate.</a:t>
            </a:r>
          </a:p>
          <a:p>
            <a:r>
              <a:rPr lang="en-US" dirty="0"/>
              <a:t>Useful for market demand analysis.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F5C87-7458-F749-24F1-B96916459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7573"/>
            <a:ext cx="10744200" cy="351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EB1F80-65C3-E9DE-9AA5-16AD3FB5B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02" y="289288"/>
            <a:ext cx="11728196" cy="627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302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C963-8C3D-452C-D9F4-783E550B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A3D6-431B-CD7B-B221-37E9EB2E9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dashboard provides a comprehensive view of Zomato restaurant data.</a:t>
            </a:r>
          </a:p>
          <a:p>
            <a:r>
              <a:rPr lang="en-US" dirty="0"/>
              <a:t>Insights can support business strategy and market expansion.</a:t>
            </a:r>
          </a:p>
          <a:p>
            <a:r>
              <a:rPr lang="en-US" dirty="0"/>
              <a:t>Interactive filters enhance user-driven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428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25B8-4033-8DCA-331E-2958BAB1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723" y="365125"/>
            <a:ext cx="5722374" cy="4501843"/>
          </a:xfrm>
        </p:spPr>
        <p:txBody>
          <a:bodyPr>
            <a:normAutofit/>
          </a:bodyPr>
          <a:lstStyle/>
          <a:p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076638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276</Words>
  <Application>Microsoft Office PowerPoint</Application>
  <PresentationFormat>Widescreen</PresentationFormat>
  <Paragraphs>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Zomato Restaurant Analysis Dashboard(Group-1)</vt:lpstr>
      <vt:lpstr>Project Overview</vt:lpstr>
      <vt:lpstr>Dataset Used</vt:lpstr>
      <vt:lpstr>Key KPIs Analyzed</vt:lpstr>
      <vt:lpstr>Restaurants by Country &amp; City</vt:lpstr>
      <vt:lpstr>Restaurants Opened Over Time</vt:lpstr>
      <vt:lpstr>Average Cost for Two</vt:lpstr>
      <vt:lpstr>Service Availability Analysis</vt:lpstr>
      <vt:lpstr>Top Cuisines by Restaurant Count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veeresh v</dc:creator>
  <cp:lastModifiedBy>veeresh v</cp:lastModifiedBy>
  <cp:revision>1</cp:revision>
  <dcterms:created xsi:type="dcterms:W3CDTF">2026-01-09T13:12:48Z</dcterms:created>
  <dcterms:modified xsi:type="dcterms:W3CDTF">2026-01-09T14:11:28Z</dcterms:modified>
</cp:coreProperties>
</file>